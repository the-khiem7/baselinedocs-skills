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E8B"/>
    <a:srgbClr val="4DBBEB"/>
    <a:srgbClr val="FD3018"/>
    <a:srgbClr val="FD4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5" y="2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2FA9-AE84-DAB0-6961-DF272B33D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D7F3F-89A7-E67A-3969-798542AC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28693-E69B-8BB0-178E-82F128CE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C352-5DCD-A9CF-DCD1-1C4C1128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8741-38F4-5A38-D330-9565C055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86B9-3CF3-D858-E3BC-26587BB9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9433-226D-7C3F-2303-5993E049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13106-6129-DA54-B980-A2F93366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8AC38-7463-06A2-D637-F90618CC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B38A7-044C-F99B-9639-7BBA3619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9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0368-A219-E909-43AC-F0FA1DCCA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A7B22-D959-5A55-1FAB-D5DDA484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435EB-2880-D902-2D0F-588DD0B3C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17B44-CEB8-7DE7-C2CB-D619DB92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EFAF1-92D8-646B-2950-96801894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0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3E2F-35F4-68A4-D776-39CD152C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6B030-D7C0-16EE-897E-2D25C79CB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3D920-EF63-3282-780F-B7E6DCE15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23393-2C48-ADA1-E2AC-41383A59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C9205-60BC-C1E6-AEA2-1BD646A7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BABC-F0DE-A042-02A5-1A5A9A65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9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2514-F0D2-FB9F-176A-880369D5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1DCA2-A062-9804-75F2-567C37D6C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A5246-3861-E3C6-BE5F-44C0C910E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2ED99-1AB2-522B-C7A0-DCD947DEB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A65EE-5F5D-543E-0C90-A71880D1D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77F80-9081-AB82-24FF-D0AC16A6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BC620-BC0F-97BB-A91C-16BB5F3E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47377-9300-DD43-2037-265E069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4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DAD5-7244-89AC-E491-450DF796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15F8B-D92C-BC31-5FF4-F49CDEC7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0D6CF-F738-95FE-371E-DDC91747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8793B-4DF7-619F-F1F3-CE562FEE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7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68520-A644-5F16-176B-40B5AF45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3C9BA-E709-0848-3270-B0495A65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55D15-FC89-0595-E89F-236BC3A6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7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486C-2E5D-99F9-7A89-B0E872A3E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DC9BD-64C2-7F25-2AF3-B345C654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1217F-FF1E-5322-6A50-1F7CD1A49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023B1-5954-C2EA-DFCE-3A51D81F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3F49B-DD19-41FA-D313-36DD4B65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86A43-CD81-88D0-D511-BF9FBCC1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8B5F-E990-7A65-FBB1-E8C69212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1EF6F6-3E0D-CC50-B853-FE1CCDB06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97FE7-C65B-E99F-410F-2257BCB6B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0047C-2CD1-5178-BBEF-DB3C3A2E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3B8BA-5FAE-B779-2216-6BCF50D1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A7690-6039-0697-D825-3D8AD18F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0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CC6B-7628-E63E-AAEC-2BD8CB86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A904-F66A-A75B-DC69-542AD8634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FBDAC-1E4C-F04E-E49F-A12E3F5C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EFE62-B446-C6E1-3A84-4ECB141F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4A9E-4223-59A1-69C4-57A36A81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8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BCFC4-F441-59CC-40B5-E89DDD6CB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9D6C3-471D-C75B-5825-4B87B07F6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824E-40AB-7294-F30E-BDB59512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D783B-0A8F-A988-E639-280C0EE8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0BCF-05AB-10A3-37B0-3ABCC7C7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17E33BAE-1E69-C52D-5835-A099D7E26CD3}"/>
              </a:ext>
            </a:extLst>
          </p:cNvPr>
          <p:cNvSpPr txBox="1"/>
          <p:nvPr userDrawn="1"/>
        </p:nvSpPr>
        <p:spPr>
          <a:xfrm>
            <a:off x="0" y="-2734965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C3A3A-21C0-4E07-C1A7-A531C7B0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5D24B-88FD-DE78-1938-034C490D8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3ECC9-9E2F-3C2C-9658-5C445CEB8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A9C00-D503-48E9-9F16-A8B9F54308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31E81-458C-CA3D-B5DD-6761F1785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BD78F-E866-922C-4C09-5E5CE4ADC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4985D-F2CF-431B-97DD-73D5310C7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2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6271C5-779A-79EF-1FA6-FD1AC82C89D0}"/>
              </a:ext>
            </a:extLst>
          </p:cNvPr>
          <p:cNvSpPr/>
          <p:nvPr/>
        </p:nvSpPr>
        <p:spPr>
          <a:xfrm>
            <a:off x="0" y="2476500"/>
            <a:ext cx="121920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075D5-4952-BCAE-B20B-FE15F3452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926" y="2667001"/>
            <a:ext cx="1523998" cy="15239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BD8F77-0993-5999-27EE-4266F13E2FFA}"/>
              </a:ext>
            </a:extLst>
          </p:cNvPr>
          <p:cNvSpPr txBox="1"/>
          <p:nvPr/>
        </p:nvSpPr>
        <p:spPr>
          <a:xfrm>
            <a:off x="3212726" y="2497976"/>
            <a:ext cx="759534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>
                <a:gradFill flip="none" rotWithShape="1">
                  <a:gsLst>
                    <a:gs pos="0">
                      <a:srgbClr val="4DBBEB"/>
                    </a:gs>
                    <a:gs pos="99000">
                      <a:srgbClr val="063E8B"/>
                    </a:gs>
                  </a:gsLst>
                  <a:lin ang="0" scaled="1"/>
                  <a:tileRect/>
                </a:gradFill>
                <a:latin typeface="#9Slide03 Dekar" panose="02000000000000000000" pitchFamily="2" charset="0"/>
              </a:rPr>
              <a:t>baseline</a:t>
            </a:r>
            <a:r>
              <a:rPr lang="en-US" sz="11500" b="1">
                <a:gradFill flip="none" rotWithShape="1">
                  <a:gsLst>
                    <a:gs pos="0">
                      <a:srgbClr val="FD4E26"/>
                    </a:gs>
                    <a:gs pos="100000">
                      <a:srgbClr val="FD3018"/>
                    </a:gs>
                  </a:gsLst>
                  <a:lin ang="2700000" scaled="1"/>
                  <a:tileRect/>
                </a:gradFill>
                <a:latin typeface="#9Slide03 Dekar" panose="02000000000000000000" pitchFamily="2" charset="0"/>
              </a:rPr>
              <a:t>docs</a:t>
            </a:r>
          </a:p>
        </p:txBody>
      </p:sp>
    </p:spTree>
    <p:extLst>
      <p:ext uri="{BB962C8B-B14F-4D97-AF65-F5344CB8AC3E}">
        <p14:creationId xmlns:p14="http://schemas.microsoft.com/office/powerpoint/2010/main" val="3902502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#9Slide03 Dekar</vt:lpstr>
      <vt:lpstr>Aptos</vt:lpstr>
      <vt:lpstr>Aptos Display</vt:lpstr>
      <vt:lpstr>Arial</vt:lpstr>
      <vt:lpstr>Office Theme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TheKhiem7</dc:creator>
  <dc:description>9Slide.vn</dc:description>
  <cp:lastModifiedBy>Nguyễn Khiêm</cp:lastModifiedBy>
  <cp:revision>1</cp:revision>
  <dcterms:created xsi:type="dcterms:W3CDTF">2026-05-12T08:46:03Z</dcterms:created>
  <dcterms:modified xsi:type="dcterms:W3CDTF">2026-05-12T08:48:47Z</dcterms:modified>
  <cp:category>9Slide.vn</cp:category>
</cp:coreProperties>
</file>